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73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гарантий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Kafka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3861048"/>
            <a:ext cx="8136904" cy="1752600"/>
          </a:xfrm>
        </p:spPr>
        <p:txBody>
          <a:bodyPr>
            <a:normAutofit/>
          </a:bodyPr>
          <a:lstStyle/>
          <a:p>
            <a:pPr algn="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Ильин </a:t>
            </a: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Николай АСУ8-25-1М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16530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18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проверяем: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порядка сообщений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ordering)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доставки "хотя бы один раз"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at-least-once)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кластера после восстановления брокера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Стенд: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контроллера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KRaft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брокера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Kafka (broker-1, broker-2, broker-3)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kafka:latest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04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 1 —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(порядок сообщений)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D:\Универ\щапов\kafka-cluster-testing\images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13" y="1772816"/>
            <a:ext cx="8929578" cy="187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Универ\щапов\kafka-cluster-testing\images\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" y="4221088"/>
            <a:ext cx="8964488" cy="1326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84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 2 —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At-least-once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(отказ лидера)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 descr="D:\Универ\щапов\kafka-cluster-testing\images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59" y="1844824"/>
            <a:ext cx="8891285" cy="246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Универ\щапов\kafka-cluster-testing\images\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5" y="4653136"/>
            <a:ext cx="8928992" cy="63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64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 3 — Восстановление брокера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D:\Универ\щапов\kafka-cluster-testing\images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71" y="2996951"/>
            <a:ext cx="8895225" cy="123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97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Смена лидерство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восстановления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 descr="D:\Универ\щапов\kafka-cluster-testing\images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165074"/>
            <a:ext cx="9068396" cy="60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18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Kafka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успешно подтверждает заявленные гарантии: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в одном разделе сохраняют порядок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отказе лидера сообщения не теряются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автоматически переключается на живые брокеры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Восстановленный брокер возвращается в синхронизированную группу (ISR)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Лидерство не возвращается автоматически — это сделано для стабильности (можно вернуть вручную)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729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Экран (4:3)</PresentationFormat>
  <Paragraphs>24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Проверка гарантий  Apache Kafka</vt:lpstr>
      <vt:lpstr>Цель работы</vt:lpstr>
      <vt:lpstr>Тест 1 — Ordering (порядок сообщений)</vt:lpstr>
      <vt:lpstr>Тест 2 — At-least-once (отказ лидера)</vt:lpstr>
      <vt:lpstr>Тест 3 — Восстановление брокера</vt:lpstr>
      <vt:lpstr>Смена лидерство после восстановления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Проверка гарантий Apache Kafka в кластере из 3 брокеров</dc:title>
  <dc:creator>KolManis</dc:creator>
  <cp:lastModifiedBy>KolManis</cp:lastModifiedBy>
  <cp:revision>3</cp:revision>
  <dcterms:created xsi:type="dcterms:W3CDTF">2026-05-08T10:52:47Z</dcterms:created>
  <dcterms:modified xsi:type="dcterms:W3CDTF">2026-05-08T11:03:34Z</dcterms:modified>
</cp:coreProperties>
</file>